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下一代AI Agent执行引擎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高性能 · 轻量化 · 移动端优先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2026年3月14日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88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构建高性能AI Agent执行引擎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性能优于Bunver 50%以上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支持移动端设备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JavaScript引擎可切换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产品组成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0" y="2011680"/>
            <a:ext cx="548640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zeo执行引擎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Rust实现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3291840"/>
            <a:ext cx="548640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LiteClaw AI Agent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TypeScript实现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88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市场分析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现有解决方案的问题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性能瓶颈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资源占用高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移动端支持不足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依赖服务端运行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市场机会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0" y="2011680"/>
            <a:ext cx="54864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移动AI需求增长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0" y="2651760"/>
            <a:ext cx="54864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本地化执行趋势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0" y="3291840"/>
            <a:ext cx="54864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隐私保护需求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88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3200400"/>
          </a:xfrm>
          <a:prstGeom prst="rect">
            <a:avLst/>
          </a:prstGeom>
          <a:solidFill>
            <a:srgbClr val="E8F5E9"/>
          </a:solidFill>
          <a:ln w="381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zeo执行引擎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Rust实现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QuickJS/JavaScriptCore/V8引擎切换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内存优化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移动端适配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0" y="1371600"/>
            <a:ext cx="5486400" cy="3200400"/>
          </a:xfrm>
          <a:prstGeom prst="rect">
            <a:avLst/>
          </a:prstGeom>
          <a:solidFill>
            <a:srgbClr val="E8F5E9"/>
          </a:solidFill>
          <a:ln w="381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LiteClaw框架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TypeScript实现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轻量级Agent框架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完整工具系统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OpenClaw兼容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88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产品特性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极致性能（启动&lt;25ms，内存&lt;15MB）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引擎热切换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完整兼容性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49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移动端优化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高级特性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858000" y="201168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103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📴 离线执行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256032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651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本地LLM支持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0" y="310896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200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沙箱安全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0" y="365760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749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 电池优化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88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竞争优势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性能对比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548640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Bun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2148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性能提升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48640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Node.js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2880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启动速度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548640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OpenClaw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更轻量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3611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资源占用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858000" y="201168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103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Rust实现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0" y="256032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651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多引擎支持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310896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3200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 移动端原生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365760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3749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零依赖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88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开发路线图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核心引擎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2-3个月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0" y="1645920"/>
            <a:ext cx="274320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1645920"/>
            <a:ext cx="54864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377440"/>
            <a:ext cx="1371600" cy="82296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60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兼容性实现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2834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1-2个月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0" y="2651760"/>
            <a:ext cx="274320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0" y="2651760"/>
            <a:ext cx="1097280" cy="2743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383280"/>
            <a:ext cx="1371600" cy="82296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661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1168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LiteClaw开发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1168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2-3个月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01200" y="3657600"/>
            <a:ext cx="274320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0" y="3657600"/>
            <a:ext cx="1645920" cy="27432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389120"/>
            <a:ext cx="1371600" cy="8229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572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1168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移动端适配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01168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2-3个月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01200" y="4663440"/>
            <a:ext cx="274320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0" y="4663440"/>
            <a:ext cx="2194560" cy="274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5394960"/>
            <a:ext cx="1371600" cy="82296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5778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1168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完善优化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011680" y="5852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01200" y="5669280"/>
            <a:ext cx="274320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5669280"/>
            <a:ext cx="2743200" cy="274320"/>
          </a:xfrm>
          <a:prstGeom prst="rect">
            <a:avLst/>
          </a:prstGeom>
          <a:solidFill>
            <a:srgbClr val="757575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88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技术指标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性能目标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548640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启动时间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&lt;25ms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48640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内存占用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&lt;15MB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548640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响应时间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&lt;5ms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548640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并发性能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4297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&gt;1000 agents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80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兼容性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858000" y="201168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103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OpenClaw协议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58000" y="256032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651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Node.js API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0" y="3108960"/>
            <a:ext cx="54864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3200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Web标准API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88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4114800"/>
          </a:xfrm>
          <a:prstGeom prst="rect">
            <a:avLst/>
          </a:prstGeom>
          <a:solidFill>
            <a:srgbClr val="E8F5E9"/>
          </a:solidFill>
          <a:ln w="381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移动应用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个人AI助手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离线AI应用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隐私保护应用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0" y="1371600"/>
            <a:ext cx="5486400" cy="4114800"/>
          </a:xfrm>
          <a:prstGeom prst="rect">
            <a:avLst/>
          </a:prstGeom>
          <a:solidFill>
            <a:srgbClr val="E8F5E9"/>
          </a:solidFill>
          <a:ln w="381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企业应用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本地AI服务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边缘计算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移动办公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88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高性能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54864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轻量化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移动端优先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49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完全兼容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下一步行动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5800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开始核心开发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建立benchmark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迭代优化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0"/>
            <a:ext cx="1188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zeo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zeo - 产品规划</dc:title>
  <dc:subject>产品规划演示</dc:subject>
  <dc:creator>Sarah - 产品规划师</dc:creator>
  <cp:lastModifiedBy>Sarah - 产品规划师</cp:lastModifiedBy>
  <cp:revision>1</cp:revision>
  <dcterms:created xsi:type="dcterms:W3CDTF">2026-03-14T11:46:34Z</dcterms:created>
  <dcterms:modified xsi:type="dcterms:W3CDTF">2026-03-14T11:46:34Z</dcterms:modified>
</cp:coreProperties>
</file>